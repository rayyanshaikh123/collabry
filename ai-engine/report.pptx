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create a presentation about my recent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presentation about my recent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