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Hierarchical Mind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Main Topic</a:t>
            </a:r>
          </a:p>
          <a:p>
            <a:r>
              <a:t>  * Subtopic 1</a:t>
            </a:r>
          </a:p>
          <a:p>
            <a:r>
              <a:t>    * Detail 1.1</a:t>
            </a:r>
          </a:p>
          <a:p>
            <a:r>
              <a:t>    * Detail 1.2</a:t>
            </a:r>
          </a:p>
          <a:p>
            <a:r>
              <a:t>  * Subtopic 2</a:t>
            </a:r>
          </a:p>
          <a:p>
            <a:r>
              <a:t>    * Detail 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